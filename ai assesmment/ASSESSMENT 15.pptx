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7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2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13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8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1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6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4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5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9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8258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01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8542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65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96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2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3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28.png"/><Relationship Id="rId12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D07761-D199-5A3D-230B-41E4836AA719}"/>
              </a:ext>
            </a:extLst>
          </p:cNvPr>
          <p:cNvSpPr txBox="1"/>
          <p:nvPr/>
        </p:nvSpPr>
        <p:spPr>
          <a:xfrm>
            <a:off x="4003287" y="3292413"/>
            <a:ext cx="3612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CSA1715-Artifical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E90AD-5829-5D59-6CD7-D5C3DD0D2E45}"/>
              </a:ext>
            </a:extLst>
          </p:cNvPr>
          <p:cNvSpPr txBox="1"/>
          <p:nvPr/>
        </p:nvSpPr>
        <p:spPr>
          <a:xfrm>
            <a:off x="6657278" y="4940430"/>
            <a:ext cx="2888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pPr algn="r"/>
            <a:r>
              <a:rPr lang="en-US" dirty="0"/>
              <a:t>Abishek S (192524356)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E4644-68FE-ABD9-DD72-E6998D9FF393}"/>
              </a:ext>
            </a:extLst>
          </p:cNvPr>
          <p:cNvSpPr txBox="1"/>
          <p:nvPr/>
        </p:nvSpPr>
        <p:spPr>
          <a:xfrm>
            <a:off x="2676292" y="2338306"/>
            <a:ext cx="7638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360500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118270"/>
            <a:ext cx="5357812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2862262" cy="257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18270"/>
            <a:ext cx="53578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Target System: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Enterprise LLM-based Retrieval-Augmented Generation (RAG) &amp; Agentic Workflow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" y="268977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89770"/>
            <a:ext cx="5167312" cy="6858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Analysis Objective: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Uncover proprietary model orchestration, data ingestion pipelines, and security guardrails without original source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" y="347082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470820"/>
            <a:ext cx="5167312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Black-Box Probing: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Analyzed HTTP/gRPC traffic patterns, token latency signatures, and payload parameters.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402327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023270"/>
            <a:ext cx="5167312" cy="6858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Boundary Identification: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Mapped clear segregation between static microservices, vector storage engines, and remote LLM runtime endpoints.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480432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804320"/>
            <a:ext cx="5167312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Artifact Collection: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Extracted API client SDKs, network telemetry, and browser-side state objects.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212" y="2127795"/>
            <a:ext cx="24384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847725"/>
            <a:ext cx="5270658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1. AI System Reverse Engineering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2C35C3-22BD-6C71-69A8-55160CB27F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133" y="2071577"/>
            <a:ext cx="5372366" cy="35815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3095"/>
            <a:ext cx="5357812" cy="2609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23095"/>
            <a:ext cx="5357812" cy="2609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2862262" cy="257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1100" y="2899320"/>
            <a:ext cx="4695586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Ingestion &amp; Gateways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242220"/>
            <a:ext cx="48053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API Gateway &amp; Rate Limiter: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Handles client authentication, request throttling, and token budget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13720"/>
            <a:ext cx="48053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Prompt Sanitizer / Guardrail: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Scans incoming text for injection attacks, PII leaks, and policy violations prior to vector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385220"/>
            <a:ext cx="48053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Orchestration Controller: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State machine managing iterative tool calls, agent execution loops, and fallback triggers.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4662" y="2899320"/>
            <a:ext cx="4745593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Inference &amp; Storage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912" y="3242220"/>
            <a:ext cx="48053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Embedding Pipeline: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Asynchronous batching service generating dense vector embeddings for input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3813720"/>
            <a:ext cx="48053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Vector Database Cluster: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Distributed index executing similarity search with metadata filtering (e.g., HNSW index).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8912" y="4385220"/>
            <a:ext cx="48053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LLM Gateway &amp; Cache: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Caches semantic responses and routes prompts across local fine-tuned models and cloud APIs.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927895"/>
            <a:ext cx="2381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912" y="2927895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847725"/>
            <a:ext cx="5130641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1. Inferred Component Topology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2620"/>
            <a:ext cx="3524250" cy="2590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32620"/>
            <a:ext cx="3524250" cy="2590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632620"/>
            <a:ext cx="3524250" cy="2590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3281362" cy="257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908845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575595"/>
            <a:ext cx="312039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Space Grotesk"/>
              </a:rPr>
              <a:t>1. Dynamic Tracing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918495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Captured runtime interactions using eBPF probes and proxy interception (Mitmproxy) to trace API endpoints and serialization protocol buffers.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290884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0100" y="3575595"/>
            <a:ext cx="312039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Space Grotesk"/>
              </a:rPr>
              <a:t>2. Binary Disassembly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918495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Decompiled client libraries using Ghidra and AST analysis to reveal internal data models, state objects, and client-side decision trees.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475" y="2908845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72475" y="3575595"/>
            <a:ext cx="312039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Space Grotesk"/>
              </a:rPr>
              <a:t>3. Graph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475" y="3918495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Synthesized network traces and code dependencies into a high-level microservice topology map and sequence interaction diagram.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3042195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4875" y="3042195"/>
            <a:ext cx="2857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1537" y="3042195"/>
            <a:ext cx="25717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847725"/>
            <a:ext cx="512564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2. Reconstruction 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3281362" cy="25717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711201"/>
          <a:ext cx="11029948" cy="2433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3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3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Module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Inferred Tech Stack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Communication Protocol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Inter-Module Dependencies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API Gateway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Envoy / Go Runtime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gRPC / HTTP2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Guardrail Service Auth Service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Guardrail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FastAPI / Python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gRPC Internal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Regex Rules Engine Classifier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Vector Search 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Qdrant / Rust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gRPC / Binary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Embedding Microservice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729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LLM Router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Node.js / LangChain derivative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REST / WebSockets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Vector Search External Provider APIs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677989"/>
            <a:ext cx="2049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30834" y="3677989"/>
            <a:ext cx="2903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34620" y="3677989"/>
            <a:ext cx="26232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57864" y="3677989"/>
            <a:ext cx="3453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163764"/>
            <a:ext cx="2049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30834" y="4163764"/>
            <a:ext cx="2903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34620" y="4163764"/>
            <a:ext cx="26232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57864" y="4163764"/>
            <a:ext cx="3453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649539"/>
            <a:ext cx="20498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30834" y="4649539"/>
            <a:ext cx="2903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34620" y="4649539"/>
            <a:ext cx="26232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57864" y="4649539"/>
            <a:ext cx="3453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314" y="3325564"/>
            <a:ext cx="11049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314" y="3325564"/>
            <a:ext cx="8572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9314" y="3811339"/>
            <a:ext cx="123825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664" y="3811339"/>
            <a:ext cx="10477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9314" y="4297114"/>
            <a:ext cx="151447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9314" y="4782889"/>
            <a:ext cx="93345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0864" y="4782889"/>
            <a:ext cx="1381125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847725"/>
            <a:ext cx="4830603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2. Reconstructed Service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847725"/>
            <a:ext cx="58007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3. Heuristic &amp; Decision Logic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3033712" cy="257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899320"/>
            <a:ext cx="5800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Space Grotesk"/>
              </a:rPr>
              <a:t>Reverse-Engineered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42220"/>
            <a:ext cx="5524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Through systematic input perturbation testing, we identified key static rules embedded before the neural reasoning step: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13720"/>
            <a:ext cx="5524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• Semantic Routing Thresholds: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Queries with cosine distance &lt; 0.25 trigger exact-match semantic caches, bypassing LLM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85220"/>
            <a:ext cx="5524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• Hybrid Rank Scoring: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Final document ranking combines BM25 keyword score with dense vector similarity via Reciprocal Rank Fusion (RRF).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4479"/>
            <a:ext cx="5357812" cy="28470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504479"/>
            <a:ext cx="5357812" cy="28470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837979"/>
            <a:ext cx="4805362" cy="5229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912" y="3837979"/>
            <a:ext cx="4805362" cy="5008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3033712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850" y="2780704"/>
            <a:ext cx="4795599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Vector Cosine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123604"/>
            <a:ext cx="48053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Identified exact normalization formula applied to embedding vectors prior to index lookup: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503836"/>
            <a:ext cx="48053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Ensures length-invariant document comparison across varying chunk sizes.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4662" y="2780704"/>
            <a:ext cx="4745593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Dynamic Temperature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3123604"/>
            <a:ext cx="48053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Identified dynamic temperature calculation based on context confidence score: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8912" y="4481661"/>
            <a:ext cx="48053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High retrieval confidence ( ) lowers temperature to reduce hallucination risk.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2809279"/>
            <a:ext cx="1428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5869" y="3990379"/>
            <a:ext cx="1629072" cy="21818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8912" y="2809279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9280" y="4009429"/>
            <a:ext cx="1304478" cy="176956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1062" y="4538811"/>
            <a:ext cx="102691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847725"/>
            <a:ext cx="4635579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3. Mathematical Model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70820"/>
            <a:ext cx="2541240" cy="1485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3470820"/>
            <a:ext cx="2541240" cy="1485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3470820"/>
            <a:ext cx="2541240" cy="1485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3470820"/>
            <a:ext cx="2541240" cy="1485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3000375" cy="2571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342319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1500" y="308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07419" y="308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43339" y="308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79259" y="308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1525" y="3670845"/>
            <a:ext cx="224824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pace Grotesk"/>
              </a:rPr>
              <a:t>1.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956595"/>
            <a:ext cx="21411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Client sends HTTP POST payload. Gateway authenticates, rate-limits, and tokenizes query.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444" y="3670845"/>
            <a:ext cx="224824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pace Grotesk"/>
              </a:rPr>
              <a:t>2.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7444" y="3956595"/>
            <a:ext cx="21411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Query embedding generated asynchronously; vector store executes ANN search returning top-K chunks.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64" y="3670845"/>
            <a:ext cx="224824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pace Grotesk"/>
              </a:rPr>
              <a:t>3. 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364" y="3956595"/>
            <a:ext cx="21411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Re-ranker orders context. System prompt injected with retrieved text &amp; conversation history.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9284" y="3670845"/>
            <a:ext cx="224824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pace Grotesk"/>
              </a:rPr>
              <a:t>4.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9284" y="3956595"/>
            <a:ext cx="21411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Streamed token response generated via Server-Sent Events (SSE) back to web client.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847725"/>
            <a:ext cx="4395549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4. End-to-End Pipeline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4440"/>
            <a:ext cx="11049000" cy="490730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3000375" cy="257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" y="4637633"/>
            <a:ext cx="1104900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2950" y="4751933"/>
            <a:ext cx="10706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Analysis Insight: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Sequential LLM First-Token Inference accounts for ~70% of end-to-end latency. Vector search and context assembly present minor secondary bottlenecks.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637633"/>
            <a:ext cx="3810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847725"/>
            <a:ext cx="52006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4. Ingestion Latency Benchmark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1670"/>
            <a:ext cx="5357812" cy="255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51670"/>
            <a:ext cx="5357812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3181350" cy="257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475" y="2927895"/>
            <a:ext cx="4745593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Identified Architectural Deficiencies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4662" y="2927895"/>
            <a:ext cx="4745593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Security &amp; Compliance Risks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956470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500" y="327079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270795"/>
            <a:ext cx="4614862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Synchronous Blocking RAG: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Vector retrieval blocking execution threads, increasing Time-To-First-Token (TTFT).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82324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823245"/>
            <a:ext cx="4614862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Coarse Cache Granularity: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Caching occurs at full response level rather than modular sub-query prompt layers.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37569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4375695"/>
            <a:ext cx="4614862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Single Point of Failure: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Monolithic orchestration router lacks active-active failover or graceful degradation strategies.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912" y="2956470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43687" y="327079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412" y="3270795"/>
            <a:ext cx="4614862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Prompt Injection Vulnerability: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Guardrail execution occurs prior to vector retrieval but misses context-injected attacks.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3687" y="382324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412" y="3823245"/>
            <a:ext cx="4614862" cy="6858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Unbounded Context Expansion: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Lack of strict token clipping leads to unexpected memory spikes under heavy payload loads.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847725"/>
            <a:ext cx="488061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5. Bottlenecks &amp; Failure Modes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70820"/>
            <a:ext cx="2541240" cy="1485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3470820"/>
            <a:ext cx="2541240" cy="1485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3470820"/>
            <a:ext cx="2541240" cy="1485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3470820"/>
            <a:ext cx="2541240" cy="1485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3181350" cy="2571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342319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1500" y="308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07419" y="308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43339" y="308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79259" y="308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1525" y="3670845"/>
            <a:ext cx="224824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pace Grotesk"/>
              </a:rPr>
              <a:t>Pillar 1: Async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956595"/>
            <a:ext cx="21411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Implement parallel spec-exec retrieval to run embedding generation and keyword search concurrently.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444" y="3670845"/>
            <a:ext cx="224824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pace Grotesk"/>
              </a:rPr>
              <a:t>Pillar 2: Tiered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7444" y="3956595"/>
            <a:ext cx="21411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Deploy Redis-backed semantic chunk caching to serve frequent query sub-trees in &lt; 10ms.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64" y="3670845"/>
            <a:ext cx="224824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pace Grotesk"/>
              </a:rPr>
              <a:t>Pillar 3: Dual 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364" y="3956595"/>
            <a:ext cx="21411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Enforce pre-retrieval input validation and post-retrieval context isolation to eliminate prompt injection.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9284" y="3670845"/>
            <a:ext cx="224824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pace Grotesk"/>
              </a:rPr>
              <a:t>Pillar 4: Service Mesh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9284" y="3956595"/>
            <a:ext cx="21411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Migrate router to zero-trust service mesh with automated traffic mirroring and auto-scaling LLM pods.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847725"/>
            <a:ext cx="456057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5. Target Redesign Roadmap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7F3F14-2BF1-A46E-2F19-776229EC553E}"/>
              </a:ext>
            </a:extLst>
          </p:cNvPr>
          <p:cNvSpPr/>
          <p:nvPr/>
        </p:nvSpPr>
        <p:spPr>
          <a:xfrm>
            <a:off x="478533" y="31869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34AFB0-928A-4163-D9F6-438FA6F6CF9B}"/>
              </a:ext>
            </a:extLst>
          </p:cNvPr>
          <p:cNvSpPr txBox="1"/>
          <p:nvPr/>
        </p:nvSpPr>
        <p:spPr>
          <a:xfrm>
            <a:off x="2832410" y="802888"/>
            <a:ext cx="708102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>
                <a:latin typeface="Algerian" panose="04020705040A02060702" pitchFamily="8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4720185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</TotalTime>
  <Words>792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Algerian</vt:lpstr>
      <vt:lpstr>Arial</vt:lpstr>
      <vt:lpstr>Century Gothic</vt:lpstr>
      <vt:lpstr>Inter</vt:lpstr>
      <vt:lpstr>Space Grotesk</vt:lpstr>
      <vt:lpstr>Space Grotesk SemiBold</vt:lpstr>
      <vt:lpstr>Times New Roman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Abishek Candy</cp:lastModifiedBy>
  <cp:revision>3</cp:revision>
  <dcterms:created xsi:type="dcterms:W3CDTF">2013-01-27T09:14:16Z</dcterms:created>
  <dcterms:modified xsi:type="dcterms:W3CDTF">2026-09-01T06:23:42Z</dcterms:modified>
  <cp:category/>
</cp:coreProperties>
</file>